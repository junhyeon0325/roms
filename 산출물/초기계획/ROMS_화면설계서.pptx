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ROMS (Runner's Overwatch Match System)</a:t>
            </a:r>
          </a:p>
          <a:p>
            <a:pPr algn="ctr">
              <a:defRPr sz="3600" b="1">
                <a:solidFill>
                  <a:srgbClr val="F8FAFC"/>
                </a:solidFill>
              </a:defRPr>
            </a:pPr>
            <a:r>
              <a:t>화면 설계 스토리보드 명세서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버전: v2.0 | 작성일: 2026-07-30 | 환경: Next.js 14, Supabase DB &amp; Storage, Prisma 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ROMS 화면설계서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SCR-001 : 메인 대시보드 (Main Dashboard)</a:t>
            </a:r>
          </a:p>
        </p:txBody>
      </p:sp>
      <p:pic>
        <p:nvPicPr>
          <p:cNvPr id="5" name="Picture 4" descr="roms_main_dashboard_mockup_17853759384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📌 SCR-001 주요 명세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URL 경로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/ (Public 접근 가능)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연동 요구사항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CM-001 (메인 대시보드), US-001 (검색)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상단 영역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스트리머명/닉네임 통합 검색바 배치 및 자동완성 드롭다운 표출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중앙 영역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시즌1~4, 라이벌클래시, 통합 랭킹 바로가기 버튼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하단 영역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전체 시즌 통합 13종 리더보드 지표 카드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지표 구성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우승 횟수 Top5, 단일세트 6종 (처치/도움/죽음/피해/치유/경감), 누적 6종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인터랙션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카드 내 선수 이미지/이름 클릭 시 선수 상세페이지(/streamer/[id]) 라우팅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ROMS 화면설계서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SCR-002 : 스트리머 상세 페이지 (Streamer Detail)</a:t>
            </a:r>
          </a:p>
        </p:txBody>
      </p:sp>
      <p:pic>
        <p:nvPicPr>
          <p:cNvPr id="5" name="Picture 4" descr="roms_streamer_detail_mockup_1785375950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📌 SCR-002 서브 탭 명세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URL 경로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/streamer/[id] (Public)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개요 탭 (US-003)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Most 영웅 Top3, 경기당 평균/최대 스탯, 하이라이트 VOD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업적 탭 (US-004)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참여 대회 순위, 토너먼트 성적, 우승 트로피 뱃지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경기 결과 탭 (US-005)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경기 일자, 맵, 승패, K/D/A, 피해/치유/경감량, 밴 영웅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맵 데이터 탭 (US-011)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맵 종류별 플레이 판수 및 승률(%) 시각화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1v1 비교 탭 (US-006)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상대 스트리머 선택, 상대 전적 및 레이더 차트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ROMS 화면설계서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SCR-003 : 시즌 아카이브 (Season Archive)</a:t>
            </a:r>
          </a:p>
        </p:txBody>
      </p:sp>
      <p:pic>
        <p:nvPicPr>
          <p:cNvPr id="5" name="Picture 4" descr="roms_season_archive_mockup_1785375962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📌 SCR-003 주요 명세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URL 경로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/season/[id] (Public)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시즌 헤더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대회 명칭, 대회 기간, 공식 로고 (Season.logo_url)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대진표 트리 (US-008)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8강 ➔ 준결승 ➔ 결승 토너먼트 대진표 및 팀 엠블럼 표출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일정 스케줄 (US-009)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일자별 경기 스케줄 및 세트 스코어 리스트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세트 상세 모달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세트 클릭 시 10명 선수 K/D/A, 피해/치유량, MVP 표출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VOD 연동 (US-012)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유튜브/치지직 경기 다시보기 URL 매핑 링크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ROMS 화면설계서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SCR-005 ~ SCR-007 : 관리자 포털 (Admin Portal)</a:t>
            </a:r>
          </a:p>
        </p:txBody>
      </p:sp>
      <p:pic>
        <p:nvPicPr>
          <p:cNvPr id="5" name="Picture 4" descr="roms_admin_portal_mockup_1785375973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📌 관리자 3대 메뉴 명세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접근 권한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관리자 (ADMIN 전용 / NextAuth.js 인증)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시즌 &amp; 팀 관리 (AD-001)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시즌 생성, 팀 생성, Supabase Storage 연동 로고/엠블럼 업로드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선수 배정 (AD-002)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시즌 참가 팀별 스트리머 배정 및 포지션 (TANK/DAMAGE/HEALER) 설정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경기 결과 입력 (AD-003)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매치 생성, 세트 생성, 맵 및 영웅 밴 선택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스탯 &amp; MVP (AD-003)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선수별 K/D/A, 피해/치유/경감량 입력 및 MVP 체크박스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